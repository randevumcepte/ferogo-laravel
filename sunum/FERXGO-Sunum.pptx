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0691813" cy="7559675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33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917" y="82"/>
      </p:cViewPr>
      <p:guideLst>
        <p:guide orient="horz" pos="2381"/>
        <p:guide pos="336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tr-TR" dirty="0"/>
              <a:t>Anasayfa başlık stilini düzenle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dirty="0"/>
              <a:t>Anasayfa alt başlık stilini düzenle</a:t>
            </a:r>
          </a:p>
        </p:txBody>
      </p:sp>
      <p:sp>
        <p:nvSpPr>
          <p:cNvPr id="16" name="Tarih yer tutucu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17" name="Alt Bilgi Yer Tutucu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18" name="Slayt Numarası Yer Tutucu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tr-TR" smtClean="0"/>
              <a:t>Anasayfa başlık stilini düzenle</a:t>
            </a:r>
            <a:endParaRPr lang="tr-TR"/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tr-TR" smtClean="0"/>
              <a:t>Anasayfa metin stilini düzenle</a:t>
            </a:r>
          </a:p>
          <a:p>
            <a:pPr lvl="1"/>
            <a:r>
              <a:rPr lang="tr-TR" smtClean="0"/>
              <a:t>İkinci Seviye</a:t>
            </a:r>
          </a:p>
          <a:p>
            <a:pPr lvl="2"/>
            <a:r>
              <a:rPr lang="tr-TR" smtClean="0"/>
              <a:t>Üçüncü Seviye</a:t>
            </a:r>
          </a:p>
          <a:p>
            <a:pPr lvl="3"/>
            <a:r>
              <a:rPr lang="tr-TR" smtClean="0"/>
              <a:t>Dördüncü Seviye</a:t>
            </a:r>
          </a:p>
          <a:p>
            <a:pPr lvl="4"/>
            <a:r>
              <a:rPr lang="tr-TR" smtClean="0"/>
              <a:t>Beşinci Seviye</a:t>
            </a:r>
            <a:endParaRPr lang="tr-TR"/>
          </a:p>
        </p:txBody>
      </p:sp>
      <p:sp>
        <p:nvSpPr>
          <p:cNvPr id="4" name="Tarih yer tutucu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5" name="Alt Bilgi Yer Tutucu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başlığ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tr-TR" dirty="0"/>
              <a:t>Başlığı düzenle</a:t>
            </a:r>
          </a:p>
        </p:txBody>
      </p:sp>
      <p:sp>
        <p:nvSpPr>
          <p:cNvPr id="3" name="Metin Yer Tutucu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dirty="0"/>
              <a:t>Metni düzenle</a:t>
            </a:r>
          </a:p>
        </p:txBody>
      </p:sp>
      <p:sp>
        <p:nvSpPr>
          <p:cNvPr id="4" name="Tarih yer tutucu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5" name="Alt Bilgi Yer Tutucu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sütunlu i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tr-TR" smtClean="0"/>
              <a:t>Anasayfa başlık stilini düzenle</a:t>
            </a:r>
            <a:endParaRPr lang="tr-TR"/>
          </a:p>
        </p:txBody>
      </p:sp>
      <p:sp>
        <p:nvSpPr>
          <p:cNvPr id="3" name="İçerik Yer Tutucu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tr-TR" smtClean="0"/>
              <a:t>Anasayfa metin stilini düzenle</a:t>
            </a:r>
          </a:p>
          <a:p>
            <a:pPr lvl="1"/>
            <a:r>
              <a:rPr lang="tr-TR" smtClean="0"/>
              <a:t>İkinci Seviye</a:t>
            </a:r>
          </a:p>
          <a:p>
            <a:pPr lvl="2"/>
            <a:r>
              <a:rPr lang="tr-TR" smtClean="0"/>
              <a:t>Üçüncü Seviye</a:t>
            </a:r>
          </a:p>
          <a:p>
            <a:pPr lvl="3"/>
            <a:r>
              <a:rPr lang="tr-TR" smtClean="0"/>
              <a:t>Dördüncü Seviye</a:t>
            </a:r>
          </a:p>
          <a:p>
            <a:pPr lvl="4"/>
            <a:r>
              <a:rPr lang="tr-TR" smtClean="0"/>
              <a:t>Beşinci Seviye</a:t>
            </a:r>
            <a:endParaRPr lang="tr-TR"/>
          </a:p>
        </p:txBody>
      </p:sp>
      <p:sp>
        <p:nvSpPr>
          <p:cNvPr id="4" name="İçerik Yer Tutucu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tr-TR" dirty="0"/>
              <a:t>Anasayfa metin stilini düzenle</a:t>
            </a:r>
          </a:p>
          <a:p>
            <a:pPr lvl="1"/>
            <a:r>
              <a:rPr lang="tr-TR" dirty="0"/>
              <a:t>İkinci Seviye</a:t>
            </a:r>
          </a:p>
          <a:p>
            <a:pPr lvl="2"/>
            <a:r>
              <a:rPr lang="tr-TR" dirty="0"/>
              <a:t>Üçüncü Seviye</a:t>
            </a:r>
          </a:p>
          <a:p>
            <a:pPr lvl="3"/>
            <a:r>
              <a:rPr lang="tr-TR" dirty="0"/>
              <a:t>Dördüncü Seviye</a:t>
            </a:r>
          </a:p>
          <a:p>
            <a:pPr lvl="4"/>
            <a:r>
              <a:rPr lang="tr-TR" dirty="0"/>
              <a:t>Beşinci Seviye</a:t>
            </a:r>
          </a:p>
        </p:txBody>
      </p:sp>
      <p:sp>
        <p:nvSpPr>
          <p:cNvPr id="5" name="Tarih yer tutucu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6" name="Alt Bilgi Yer Tutucu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tr-TR" smtClean="0"/>
              <a:t>Anasayfa başlık stilini düzenle</a:t>
            </a:r>
            <a:endParaRPr lang="tr-TR"/>
          </a:p>
        </p:txBody>
      </p:sp>
      <p:sp>
        <p:nvSpPr>
          <p:cNvPr id="3" name="Metin Yer Tutucu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dirty="0"/>
              <a:t>Metni düzenle</a:t>
            </a:r>
          </a:p>
        </p:txBody>
      </p:sp>
      <p:sp>
        <p:nvSpPr>
          <p:cNvPr id="4" name="İçerik Yer Tutucu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tr-TR" smtClean="0"/>
              <a:t>Anasayfa metin stilini düzenle</a:t>
            </a:r>
          </a:p>
          <a:p>
            <a:pPr lvl="1"/>
            <a:r>
              <a:rPr lang="tr-TR" smtClean="0"/>
              <a:t>İkinci Seviye</a:t>
            </a:r>
          </a:p>
          <a:p>
            <a:pPr lvl="2"/>
            <a:r>
              <a:rPr lang="tr-TR" smtClean="0"/>
              <a:t>Üçüncü Seviye</a:t>
            </a:r>
          </a:p>
          <a:p>
            <a:pPr lvl="3"/>
            <a:r>
              <a:rPr lang="tr-TR" smtClean="0"/>
              <a:t>Dördüncü Seviye</a:t>
            </a:r>
          </a:p>
          <a:p>
            <a:pPr lvl="4"/>
            <a:r>
              <a:rPr lang="tr-TR" smtClean="0"/>
              <a:t>Beşinci Seviye</a:t>
            </a:r>
            <a:endParaRPr lang="tr-TR"/>
          </a:p>
        </p:txBody>
      </p:sp>
      <p:sp>
        <p:nvSpPr>
          <p:cNvPr id="5" name="Metin Yer Tutucu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Metni düzenle</a:t>
            </a:r>
            <a:endParaRPr lang="tr-TR"/>
          </a:p>
        </p:txBody>
      </p:sp>
      <p:sp>
        <p:nvSpPr>
          <p:cNvPr id="6" name="İçerik Yer Tutucu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tr-TR" smtClean="0"/>
              <a:t>Anasayfa metin stilini düzenle</a:t>
            </a:r>
          </a:p>
          <a:p>
            <a:pPr lvl="1"/>
            <a:r>
              <a:rPr lang="tr-TR" smtClean="0"/>
              <a:t>İkinci Seviye</a:t>
            </a:r>
          </a:p>
          <a:p>
            <a:pPr lvl="2"/>
            <a:r>
              <a:rPr lang="tr-TR" smtClean="0"/>
              <a:t>Üçüncü Seviye</a:t>
            </a:r>
          </a:p>
          <a:p>
            <a:pPr lvl="3"/>
            <a:r>
              <a:rPr lang="tr-TR" smtClean="0"/>
              <a:t>Dördüncü Seviye</a:t>
            </a:r>
          </a:p>
          <a:p>
            <a:pPr lvl="4"/>
            <a:r>
              <a:rPr lang="tr-TR" smtClean="0"/>
              <a:t>Beşinci Seviye</a:t>
            </a:r>
            <a:endParaRPr lang="tr-TR"/>
          </a:p>
        </p:txBody>
      </p:sp>
      <p:sp>
        <p:nvSpPr>
          <p:cNvPr id="7" name="Tarih yer tutucu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8" name="Alt Bilgi Yer Tutucu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dece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tr-TR" smtClean="0"/>
              <a:t>Anasayfa başlık stilini düzenle</a:t>
            </a:r>
            <a:endParaRPr lang="tr-TR"/>
          </a:p>
        </p:txBody>
      </p:sp>
      <p:sp>
        <p:nvSpPr>
          <p:cNvPr id="3" name="Tarih yer tutucu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4" name="Alt Bilgi Yer Tutucu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3" name="Alt Bilgi Yer Tutucu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im ve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sim yer tutucu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tr-TR"/>
          </a:p>
        </p:txBody>
      </p:sp>
      <p:sp>
        <p:nvSpPr>
          <p:cNvPr id="4" name="Metin Yer Tutucu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tr-TR" smtClean="0"/>
              <a:t>Anasayfa metin stilini düzenle</a:t>
            </a:r>
            <a:endParaRPr lang="tr-TR"/>
          </a:p>
        </p:txBody>
      </p:sp>
      <p:sp>
        <p:nvSpPr>
          <p:cNvPr id="5" name="Tarih yer tutucu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tr-TR" smtClean="0"/>
              <a:t>3.07.2026</a:t>
            </a:fld>
            <a:endParaRPr lang="tr-TR" dirty="0"/>
          </a:p>
        </p:txBody>
      </p:sp>
      <p:sp>
        <p:nvSpPr>
          <p:cNvPr id="6" name="Alt Bilgi Yer Tutucu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Slayt Numarası Yer Tutucu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tr-TR" smtClean="0"/>
              <a:t>‹#›</a:t>
            </a:fld>
            <a:endParaRPr lang="tr-TR"/>
          </a:p>
        </p:txBody>
      </p:sp>
      <p:sp>
        <p:nvSpPr>
          <p:cNvPr id="9" name="Başlık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tr-TR"/>
              <a:t>Anasayfa başlık stilini düzenle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tr-TR" smtClean="0"/>
              <a:t>Başlığı düzenle</a:t>
            </a:r>
            <a:endParaRPr lang="tr-TR"/>
          </a:p>
        </p:txBody>
      </p:sp>
      <p:sp>
        <p:nvSpPr>
          <p:cNvPr id="3" name="Dikey metin yer tutucu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tr-TR" dirty="0"/>
              <a:t>Anasayfa metin stilini düzenle</a:t>
            </a:r>
          </a:p>
          <a:p>
            <a:pPr lvl="1"/>
            <a:r>
              <a:rPr lang="tr-TR" dirty="0"/>
              <a:t>İkinci Seviye</a:t>
            </a:r>
          </a:p>
          <a:p>
            <a:pPr lvl="2"/>
            <a:r>
              <a:rPr lang="tr-TR" dirty="0"/>
              <a:t>Üçüncü Seviye</a:t>
            </a:r>
          </a:p>
          <a:p>
            <a:pPr lvl="3"/>
            <a:r>
              <a:rPr lang="tr-TR" dirty="0"/>
              <a:t>Dördüncü Seviye</a:t>
            </a:r>
          </a:p>
          <a:p>
            <a:pPr lvl="4"/>
            <a:r>
              <a:rPr lang="tr-TR" dirty="0"/>
              <a:t>Beşinci Seviye</a:t>
            </a:r>
          </a:p>
        </p:txBody>
      </p:sp>
      <p:sp>
        <p:nvSpPr>
          <p:cNvPr id="4" name="Tarih yer tutucu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5" name="Alt Bilgi Yer Tutucu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ih yer tutucu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4" name="Alt Bilgi Yer Tutucu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tr-TR" smtClean="0"/>
              <a:t>‹#›</a:t>
            </a:fld>
            <a:endParaRPr lang="tr-TR"/>
          </a:p>
        </p:txBody>
      </p:sp>
      <p:sp>
        <p:nvSpPr>
          <p:cNvPr id="7" name="İçerik Yer Tutucu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tr-TR" dirty="0"/>
              <a:t>Anasayfa metin stilini düzenle</a:t>
            </a:r>
          </a:p>
          <a:p>
            <a:pPr lvl="1"/>
            <a:r>
              <a:rPr lang="tr-TR" dirty="0"/>
              <a:t>İkinci Seviye</a:t>
            </a:r>
          </a:p>
          <a:p>
            <a:pPr lvl="2"/>
            <a:r>
              <a:rPr lang="tr-TR" dirty="0"/>
              <a:t>Üçüncü Seviye</a:t>
            </a:r>
          </a:p>
          <a:p>
            <a:pPr lvl="3"/>
            <a:r>
              <a:rPr lang="tr-TR" dirty="0"/>
              <a:t>Dördüncü Seviye</a:t>
            </a:r>
          </a:p>
          <a:p>
            <a:pPr lvl="4"/>
            <a:r>
              <a:rPr lang="tr-TR" dirty="0"/>
              <a:t>Beşinci Seviye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n slay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ih yer tutucu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4" name="Alt Bilgi Yer Tutucu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tr-TR" smtClean="0"/>
              <a:t>‹#›</a:t>
            </a:fld>
            <a:endParaRPr lang="tr-TR"/>
          </a:p>
        </p:txBody>
      </p:sp>
      <p:sp>
        <p:nvSpPr>
          <p:cNvPr id="2" name="Başlık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tr-TR" smtClean="0"/>
              <a:t>Başlığı düzenle</a:t>
            </a:r>
            <a:endParaRPr lang="tr-TR"/>
          </a:p>
        </p:txBody>
      </p:sp>
      <p:sp>
        <p:nvSpPr>
          <p:cNvPr id="7" name="Metin Yer Tutucu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tr-TR" dirty="0"/>
              <a:t>Anasayfa metin stilini düzenle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tr-TR" dirty="0"/>
              <a:t>Anasayfa başlık stilini düzenle</a:t>
            </a:r>
          </a:p>
        </p:txBody>
      </p:sp>
      <p:sp>
        <p:nvSpPr>
          <p:cNvPr id="3" name="Metin Yer Tutucu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tr-TR" dirty="0"/>
              <a:t>Anasayfa metin stilini düzenle</a:t>
            </a:r>
          </a:p>
          <a:p>
            <a:pPr lvl="1"/>
            <a:r>
              <a:rPr lang="tr-TR" dirty="0"/>
              <a:t>İkinci Seviye</a:t>
            </a:r>
          </a:p>
          <a:p>
            <a:pPr lvl="2"/>
            <a:r>
              <a:rPr lang="tr-TR" dirty="0"/>
              <a:t>Üçüncü Seviye</a:t>
            </a:r>
          </a:p>
          <a:p>
            <a:pPr lvl="3"/>
            <a:r>
              <a:rPr lang="tr-TR" dirty="0"/>
              <a:t>Dördüncü Seviye</a:t>
            </a:r>
          </a:p>
          <a:p>
            <a:pPr lvl="4"/>
            <a:r>
              <a:rPr lang="tr-TR" dirty="0"/>
              <a:t>Beşinci Seviye</a:t>
            </a:r>
          </a:p>
        </p:txBody>
      </p:sp>
      <p:sp>
        <p:nvSpPr>
          <p:cNvPr id="4" name="Tarih yer tutucu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5" name="Alt Bilgi Yer Tutucu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6" name="Slayt Numarası Yer Tutucu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tr-TR" smtClean="0"/>
              <a:t>‹#›</a:t>
            </a:fld>
            <a:endParaRPr lang="tr-TR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slide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1495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slide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1495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slide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1495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slide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1495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slide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1495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slide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1495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slide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1495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slide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1495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slide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1495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slide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1495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slide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1495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slide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1495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slide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1495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slide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1495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slide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1495" cy="75596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Özel</PresentationFormat>
  <Paragraphs>0</Paragraphs>
  <Slides>15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8" baseType="lpstr">
      <vt:lpstr>Arial</vt:lpstr>
      <vt:lpstr>Wingdings</vt:lpstr>
      <vt:lpstr>WPS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Boş Sunum</dc:title>
  <dc:creator>ferdi</dc:creator>
  <cp:lastModifiedBy>ferdı kor.</cp:lastModifiedBy>
  <cp:revision>2</cp:revision>
  <dcterms:created xsi:type="dcterms:W3CDTF">2026-07-03T14:16:08Z</dcterms:created>
  <dcterms:modified xsi:type="dcterms:W3CDTF">2026-07-03T14:21:27Z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1055-12.1.0.26880</vt:lpwstr>
  </property>
  <property fmtid="{D5CDD505-2E9C-101B-9397-08002B2CF9AE}" pid="3" name="ICV">
    <vt:lpwstr>6EEE290B46BE4540A47D50186A25BC9D_11</vt:lpwstr>
  </property>
</Properties>
</file>